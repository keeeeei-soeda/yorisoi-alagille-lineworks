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1209e0db8456e" /><Relationship Type="http://schemas.openxmlformats.org/officeDocument/2006/relationships/extended-properties" Target="/docProps/app.xml" Id="Rad67cef779574bfe" /><Relationship Type="http://schemas.openxmlformats.org/officeDocument/2006/relationships/officeDocument" Target="/ppt/presentation.xml" Id="Rcdfb3cd07bbf46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ddced7c44a4c0b"/>
  </p:sldMasterIdLst>
  <p:notesMasterIdLst>
    <p:notesMasterId xmlns:r="http://schemas.openxmlformats.org/officeDocument/2006/relationships" r:id="R4af9e576186b47b0"/>
  </p:notesMasterIdLst>
  <p:sldIdLst>
    <p:sldId xmlns:r="http://schemas.openxmlformats.org/officeDocument/2006/relationships" id="256" r:id="R039ee11b30b04623"/>
    <p:sldId xmlns:r="http://schemas.openxmlformats.org/officeDocument/2006/relationships" id="257" r:id="Rea4fe425ac444522"/>
    <p:sldId xmlns:r="http://schemas.openxmlformats.org/officeDocument/2006/relationships" id="258" r:id="R7caf5453ef254e48"/>
    <p:sldId xmlns:r="http://schemas.openxmlformats.org/officeDocument/2006/relationships" id="259" r:id="Rccc677ed93334d25"/>
    <p:sldId xmlns:r="http://schemas.openxmlformats.org/officeDocument/2006/relationships" id="260" r:id="R9214bc10ace44f53"/>
    <p:sldId xmlns:r="http://schemas.openxmlformats.org/officeDocument/2006/relationships" id="261" r:id="Rade9d7e810e946dc"/>
    <p:sldId xmlns:r="http://schemas.openxmlformats.org/officeDocument/2006/relationships" id="262" r:id="R71d637153eec4f57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b68f2bd8b459c" /><Relationship Type="http://schemas.openxmlformats.org/officeDocument/2006/relationships/slideMaster" Target="/ppt/slideMasters/slideMaster1.xml" Id="R99ddced7c44a4c0b" /><Relationship Type="http://schemas.openxmlformats.org/officeDocument/2006/relationships/notesMaster" Target="/ppt/notesMasters/notesMaster1.xml" Id="R4af9e576186b47b0" /><Relationship Type="http://schemas.openxmlformats.org/officeDocument/2006/relationships/presProps" Target="/ppt/presProps.xml" Id="R7e3b0925cf20498f" /><Relationship Type="http://schemas.openxmlformats.org/officeDocument/2006/relationships/tableStyles" Target="/ppt/tableStyles.xml" Id="R304a6957736947e5" /><Relationship Type="http://schemas.openxmlformats.org/officeDocument/2006/relationships/slide" Target="/ppt/slides/slide1.xml" Id="R039ee11b30b04623" /><Relationship Type="http://schemas.openxmlformats.org/officeDocument/2006/relationships/slide" Target="/ppt/slides/slide2.xml" Id="Rea4fe425ac444522" /><Relationship Type="http://schemas.openxmlformats.org/officeDocument/2006/relationships/slide" Target="/ppt/slides/slide3.xml" Id="R7caf5453ef254e48" /><Relationship Type="http://schemas.openxmlformats.org/officeDocument/2006/relationships/slide" Target="/ppt/slides/slide4.xml" Id="Rccc677ed93334d25" /><Relationship Type="http://schemas.openxmlformats.org/officeDocument/2006/relationships/slide" Target="/ppt/slides/slide5.xml" Id="R9214bc10ace44f53" /><Relationship Type="http://schemas.openxmlformats.org/officeDocument/2006/relationships/slide" Target="/ppt/slides/slide6.xml" Id="Rade9d7e810e946dc" /><Relationship Type="http://schemas.openxmlformats.org/officeDocument/2006/relationships/slide" Target="/ppt/slides/slide7.xml" Id="R71d637153eec4f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dbe1a29c3c4e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b4c54014e64489" /><Relationship Type="http://schemas.openxmlformats.org/officeDocument/2006/relationships/notesMaster" Target="/ppt/notesMasters/notesMaster1.xml" Id="R0ca900e1a3a74b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7af8df12c44720" /><Relationship Type="http://schemas.openxmlformats.org/officeDocument/2006/relationships/notesMaster" Target="/ppt/notesMasters/notesMaster1.xml" Id="Re1ccf3f5314249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0eea26e05344da" /><Relationship Type="http://schemas.openxmlformats.org/officeDocument/2006/relationships/notesMaster" Target="/ppt/notesMasters/notesMaster1.xml" Id="R610f701ead6644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a744ddfa5d4b7f" /><Relationship Type="http://schemas.openxmlformats.org/officeDocument/2006/relationships/notesMaster" Target="/ppt/notesMasters/notesMaster1.xml" Id="R292f39ccb49d42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e4383ee9e34593" /><Relationship Type="http://schemas.openxmlformats.org/officeDocument/2006/relationships/notesMaster" Target="/ppt/notesMasters/notesMaster1.xml" Id="R4de05430b00940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2318dd10b74b23" /><Relationship Type="http://schemas.openxmlformats.org/officeDocument/2006/relationships/notesMaster" Target="/ppt/notesMasters/notesMaster1.xml" Id="Reda3b1e97c5a4b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aee636aa9646f3" /><Relationship Type="http://schemas.openxmlformats.org/officeDocument/2006/relationships/notesMaster" Target="/ppt/notesMasters/notesMaster1.xml" Id="Rc6049809123842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facd8fd53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988ec659f04d9d" /><Relationship Type="http://schemas.openxmlformats.org/officeDocument/2006/relationships/slideLayout" Target="/ppt/slideLayouts/slideLayout1.xml" Id="Rcfdf289ec2e948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f289ec2e948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ae70adce84488" /><Relationship Type="http://schemas.openxmlformats.org/officeDocument/2006/relationships/image" Target="/ppt/media/image.png" Id="R029cbd2b44e94301" /><Relationship Type="http://schemas.openxmlformats.org/officeDocument/2006/relationships/notesSlide" Target="/ppt/notesSlides/notesSlide1.xml" Id="Rbbaa0fff7fc446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38644fb25453f" /><Relationship Type="http://schemas.openxmlformats.org/officeDocument/2006/relationships/image" Target="/ppt/media/image2.png" Id="R5c3a7814826b45be" /><Relationship Type="http://schemas.openxmlformats.org/officeDocument/2006/relationships/notesSlide" Target="/ppt/notesSlides/notesSlide2.xml" Id="R437ac5f953cd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215306c934b52" /><Relationship Type="http://schemas.openxmlformats.org/officeDocument/2006/relationships/image" Target="/ppt/media/image3.png" Id="Rbecd0d93ac6549e9" /><Relationship Type="http://schemas.openxmlformats.org/officeDocument/2006/relationships/notesSlide" Target="/ppt/notesSlides/notesSlide3.xml" Id="Rfafbe114940d43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a7d05f8354733" /><Relationship Type="http://schemas.openxmlformats.org/officeDocument/2006/relationships/image" Target="/ppt/media/image4.png" Id="Rdbf0366cf0564476" /><Relationship Type="http://schemas.openxmlformats.org/officeDocument/2006/relationships/notesSlide" Target="/ppt/notesSlides/notesSlide4.xml" Id="R9fd11172bfa34f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47e50e81f4b56" /><Relationship Type="http://schemas.openxmlformats.org/officeDocument/2006/relationships/image" Target="/ppt/media/image5.png" Id="R48340bcb42b2463b" /><Relationship Type="http://schemas.openxmlformats.org/officeDocument/2006/relationships/notesSlide" Target="/ppt/notesSlides/notesSlide5.xml" Id="R8b57399c296644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82379c6ba466f" /><Relationship Type="http://schemas.openxmlformats.org/officeDocument/2006/relationships/image" Target="/ppt/media/image6.png" Id="R7fe8107c310a45ed" /><Relationship Type="http://schemas.openxmlformats.org/officeDocument/2006/relationships/notesSlide" Target="/ppt/notesSlides/notesSlide6.xml" Id="R44bb40a41fdf4d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7fe77b3fc496a" /><Relationship Type="http://schemas.openxmlformats.org/officeDocument/2006/relationships/image" Target="/ppt/media/image7.png" Id="Rc1d883c129c749f8" /><Relationship Type="http://schemas.openxmlformats.org/officeDocument/2006/relationships/notesSlide" Target="/ppt/notesSlides/notesSlide7.xml" Id="R2d6c6949bbf441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cbd2b44e943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2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a7814826b45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48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d0d93ac6549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89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0366cf05644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792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40bcb42b246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56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8107c310a45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46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883c129c749f8"/>
          <a:stretch xmlns:a="http://schemas.openxmlformats.org/drawingml/2006/main"/>
        </p:blipFill>
        <p:spPr>
          <a:xfrm xmlns:a="http://schemas.openxmlformats.org/drawingml/2006/main">
            <a:off x="0" y="94850"/>
            <a:ext cx="15925800" cy="8773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20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2026-06-23T17:45:59.3420000Z</dcterms:created>
  <dcterms:modified xsi:type="dcterms:W3CDTF">2026-06-23T17:45:59.3420000Z</dcterms:modified>
</coreProperties>
</file>